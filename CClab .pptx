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57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66740"/>
            <a:ext cx="2926080" cy="508863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217920" y="54864"/>
            <a:ext cx="36576" cy="508863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4572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86600" y="4572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183880" y="471807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778240" y="4572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92240" y="11430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86600" y="11430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680960" y="11430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75320" y="11430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92240" y="18288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086600" y="18288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680960" y="18288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75320" y="18288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047174" y="46863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778240" y="46863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93190" y="46863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83880" y="46863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92240" y="32004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086600" y="32004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680960" y="32004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275320" y="32004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92240" y="38862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086600" y="38862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680960" y="38862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75320" y="3886200"/>
            <a:ext cx="91440" cy="914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20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CloudSim 7G</a:t>
            </a:r>
            <a:endParaRPr lang="en-US" sz="5400" dirty="0"/>
          </a:p>
        </p:txBody>
      </p:sp>
      <p:sp>
        <p:nvSpPr>
          <p:cNvPr id="32" name="Text 30"/>
          <p:cNvSpPr/>
          <p:nvPr/>
        </p:nvSpPr>
        <p:spPr>
          <a:xfrm>
            <a:off x="457200" y="2423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E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Integrated Toolkit for Modeling and Simulation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00E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Future Generation Cloud Computing Environments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3429000"/>
            <a:ext cx="548640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2920" y="3429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Andreoli · Zhao · Cucinotta · Buyya  |  Software: Practice and Experience, 2025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201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E5FF"/>
                </a:solidFill>
              </a:rPr>
              <a:t>PRESENTED BY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46520" y="594360"/>
            <a:ext cx="24688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46520" y="594360"/>
            <a:ext cx="45720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537960" y="77724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3796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86600" y="8503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46520" y="1645920"/>
            <a:ext cx="24688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446520" y="1645920"/>
            <a:ext cx="45720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86600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46520" y="2697480"/>
            <a:ext cx="24688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446520" y="2697480"/>
            <a:ext cx="45720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537960" y="288036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5379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86600" y="29535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46520" y="3749040"/>
            <a:ext cx="24688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446520" y="3749040"/>
            <a:ext cx="45720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537960" y="393192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5379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086600" y="40050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2678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5486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96596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850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CloudSim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822960"/>
            <a:ext cx="196596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0" y="850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Gen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38988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iteration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CloudSim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196596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850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138988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822960"/>
            <a:ext cx="196596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0" y="850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0" y="138988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heap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011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The Problem CloudSim 7G Solves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423160"/>
            <a:ext cx="859536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54864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38912" y="2487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Extensions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248716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CloudSim generation added features (containers, power-awareness, networking) in separate, incompatible forks — you could never combine them in a single simulation run.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2514600"/>
            <a:ext cx="27432" cy="594360"/>
          </a:xfrm>
          <a:prstGeom prst="rect">
            <a:avLst/>
          </a:prstGeom>
          <a:solidFill>
            <a:srgbClr val="D0E8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859536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3291840"/>
            <a:ext cx="54864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38912" y="33558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Codebases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23160" y="335584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ContainerCloudSim and CloudSim's power module had parallel class hierarchies, duplicated selection policies, and no shared interface — leading to maintenance nightmares.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377440" y="3383280"/>
            <a:ext cx="27432" cy="594360"/>
          </a:xfrm>
          <a:prstGeom prst="rect">
            <a:avLst/>
          </a:prstGeom>
          <a:solidFill>
            <a:srgbClr val="D0E8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54864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38912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Bugs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23160" y="42245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NetworkCloudSim mixed time units (milliseconds vs. MIPS), and packet sizes were stored in bytes without converting to bits — causing silent, hard-to-debug simulation errors.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377440" y="4251960"/>
            <a:ext cx="27432" cy="594360"/>
          </a:xfrm>
          <a:prstGeom prst="rect">
            <a:avLst/>
          </a:prstGeom>
          <a:solidFill>
            <a:srgbClr val="D0E8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SIMULATION?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5486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02336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1353312"/>
            <a:ext cx="329184" cy="32918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380744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DC Testing is Impractical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1655064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thousands of servers just to benchmark a scheduling algorithm is too expensive and slow for research iterations.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329184" cy="32918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569464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843784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 let any researcher replicate exact experimental conditions — same workload, same topology, same failure patterns.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730752"/>
            <a:ext cx="329184" cy="32918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3758184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Benchmarking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VM placement, auto-scaling, and energy-aware scheduling policies can be compared fairly in a controlled virtual environment.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85039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Why CloudSim Became the Standard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80560" y="1325880"/>
            <a:ext cx="4389120" cy="82296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480560" y="1325880"/>
            <a:ext cx="45720" cy="8229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17720" y="1389888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Java-Based &amp; Extensible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16367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discrete-event simulation (DES) engine, CloudSim can model datacenters, VMs, hosts, and workloads at arbitrary scale — all from a clean Java API.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80560" y="2258568"/>
            <a:ext cx="4389120" cy="82296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480560" y="2258568"/>
            <a:ext cx="45720" cy="8229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17720" y="2322576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6,400+ Research Citations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256946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2011 Calheiros et al. paper became the most-cited cloud simulation work, spawning dozens of extensions used worldwide.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3191256"/>
            <a:ext cx="4389120" cy="82296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480560" y="3191256"/>
            <a:ext cx="45720" cy="8229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17720" y="3255264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Ecosystem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35021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globally contributed extensions for containers, network topology, power awareness, edge computing, and more — but never in a unified way, until 7G.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4123944"/>
            <a:ext cx="4389120" cy="82296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80560" y="4123944"/>
            <a:ext cx="45720" cy="8229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17720" y="418795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Philosophy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44348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entities (DataCenter, VM, Cloudlet, Broker) follow clear interfaces, making it easy to plug in custom schedulers and placement policies.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CLOUDSIM: 1G → 7G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5486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841248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636776"/>
            <a:ext cx="475488" cy="47548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7043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2009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" y="8229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Basic VMs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&amp; scheduling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69848" y="1847088"/>
            <a:ext cx="493776" cy="54864"/>
          </a:xfrm>
          <a:prstGeom prst="rect">
            <a:avLst/>
          </a:prstGeom>
          <a:solidFill>
            <a:srgbClr val="B0D0E8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810512" y="1636776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810512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73352" y="22128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2012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17904" y="254203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Network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containers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0" y="1847088"/>
            <a:ext cx="493776" cy="54864"/>
          </a:xfrm>
          <a:prstGeom prst="rect">
            <a:avLst/>
          </a:prstGeom>
          <a:solidFill>
            <a:srgbClr val="B0D0E8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026664" y="1636776"/>
            <a:ext cx="475488" cy="47548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26664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9504" y="117043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2014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34056" y="8229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Power-aware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scheduling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02152" y="1847088"/>
            <a:ext cx="493776" cy="54864"/>
          </a:xfrm>
          <a:prstGeom prst="rect">
            <a:avLst/>
          </a:prstGeom>
          <a:solidFill>
            <a:srgbClr val="B0D0E8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242816" y="1636776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242816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05656" y="22128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2016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50208" y="254203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IoT &amp; edge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extensions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18304" y="1847088"/>
            <a:ext cx="493776" cy="54864"/>
          </a:xfrm>
          <a:prstGeom prst="rect">
            <a:avLst/>
          </a:prstGeom>
          <a:solidFill>
            <a:srgbClr val="B0D0E8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458968" y="1636776"/>
            <a:ext cx="475488" cy="47548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58968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21808" y="117043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2018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8229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Container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orchestration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34456" y="1847088"/>
            <a:ext cx="493776" cy="54864"/>
          </a:xfrm>
          <a:prstGeom prst="rect">
            <a:avLst/>
          </a:prstGeom>
          <a:solidFill>
            <a:srgbClr val="B0D0E8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675120" y="1636776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675120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37960" y="22128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2020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82512" y="254203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Bundled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extensions*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50608" y="1847088"/>
            <a:ext cx="493776" cy="54864"/>
          </a:xfrm>
          <a:prstGeom prst="rect">
            <a:avLst/>
          </a:prstGeom>
          <a:solidFill>
            <a:srgbClr val="B0D0E8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891272" y="1636776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891272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7G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54112" y="117043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2025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98664" y="8229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Unified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architecture ✦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31546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Key Milestones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74320" y="3520440"/>
            <a:ext cx="8595360" cy="45720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65760" y="35844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1G → 3G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627632" y="3593592"/>
            <a:ext cx="27432" cy="301752"/>
          </a:xfrm>
          <a:prstGeom prst="rect">
            <a:avLst/>
          </a:prstGeom>
          <a:solidFill>
            <a:srgbClr val="D0E8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737360" y="3584448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Established VM lifecycle, host-VM mapping, basic Cloudlet execution, and power-consumption modeling. Set the API patterns all extensions follow.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041648"/>
            <a:ext cx="8595360" cy="45720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65760" y="410565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4G → 6G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627632" y="4114800"/>
            <a:ext cx="27432" cy="301752"/>
          </a:xfrm>
          <a:prstGeom prst="rect">
            <a:avLst/>
          </a:prstGeom>
          <a:solidFill>
            <a:srgbClr val="D0E8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737360" y="4105656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Bolted on IoT/edge nodes, Docker-style containers, and network topologies — but each as a separate incompatible fork. Could not be combined.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4320" y="4562856"/>
            <a:ext cx="859536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65760" y="462686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</a:rPr>
              <a:t>6G → 7G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627632" y="4636008"/>
            <a:ext cx="27432" cy="301752"/>
          </a:xfrm>
          <a:prstGeom prst="rect">
            <a:avLst/>
          </a:prstGeom>
          <a:solidFill>
            <a:srgbClr val="D0E8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737360" y="4626864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Introduced Java interfaces (GuestEntity, HostEntity, SelectionPolicy&lt;T&gt;) to unify all prior extensions into one composable, integrated toolkit.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IN CLOUDSIM 6G (BEFORE 7G)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5486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issues prevented existing extensions from being used together: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8595360" cy="1170432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502920" cy="11704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20700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12984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Class Hierarchies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1618488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15568" y="155448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ContainerCloudSim introduced ContainerVm, ContainerHost, ContainerDatacenter as entirely separate classes from CloudSim's Vm, Host, Datacenter.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2688" y="1874520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15568" y="181051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interface existed — you could not write one scheduler that handled both Vm and ContainerVm without duplicating all logic.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32688" y="2130552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15568" y="206654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Attempting to use both modules in a single simulation caused class conflicts and undefined behavior.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8595360" cy="117043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502920" cy="1170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248716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" y="25786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Selection Policies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" y="2898648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15568" y="283464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power module and ContainerCloudSim needed VM/container placement and migration selection logic.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2688" y="3154680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115568" y="309067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implemented its own version — PowerVmSelectionPolicy and ContainerSelectionPolicy — with identical method signatures but incompatible types.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2688" y="3410712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115568" y="334670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7G replaces both with one generic SelectionPolicy&lt;T&gt; interface, covering VMs, containers, or any future GuestEntity.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767328"/>
            <a:ext cx="8595360" cy="11704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74320" y="3767328"/>
            <a:ext cx="50292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4320" y="376732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6112" y="38587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Simulation Bugs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2688" y="4178808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115568" y="411480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NetworkCloudlet.submitTime stored values in milliseconds in some methods but MIPS (CPU) in others, causing silent unit-mix errors.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2688" y="4434840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115568" y="43708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sizes were stored as bytes but used in bandwidth calculations that expected bits — off by a factor of 8 with no error thrown.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2688" y="4690872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115568" y="462686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CloudSim 7G audited and fixed all unit inconsistencies across the networking module.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GENERALIZED INTERFACES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5486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502920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859536"/>
            <a:ext cx="4809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USER-DEFINED MODULES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088136"/>
            <a:ext cx="4809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F"/>
                </a:solidFill>
              </a:rPr>
              <a:t>Custom Policies · New Components · Extended Classes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399032"/>
            <a:ext cx="5029200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" y="1453896"/>
            <a:ext cx="4809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LAYER — CloudSim 7G 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682496"/>
            <a:ext cx="4809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F"/>
                </a:solidFill>
              </a:rPr>
              <a:t>NetworkCloudSim · ContainerCloudSim · Power-Aware Module (all unified)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93392"/>
            <a:ext cx="5029200" cy="53035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2048256"/>
            <a:ext cx="4809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DISCRETE-EVENT SIMULATION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276856"/>
            <a:ext cx="4809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F"/>
                </a:solidFill>
              </a:rPr>
              <a:t>Event Queue · Simulation Clock · Entity Lifecycle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1335024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97A7"/>
                </a:solidFill>
              </a:rPr>
              <a:t>▲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1929384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</a:rPr>
              <a:t>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0" y="758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Core Java Interfaces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078992"/>
            <a:ext cx="3291840" cy="365760"/>
          </a:xfrm>
          <a:prstGeom prst="rect">
            <a:avLst/>
          </a:prstGeom>
          <a:solidFill>
            <a:srgbClr val="F0F7FF"/>
          </a:solidFill>
          <a:ln w="12700">
            <a:solidFill>
              <a:srgbClr val="A5D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577840" y="1078992"/>
            <a:ext cx="45720" cy="3657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96712" y="1115568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GuestEntity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96712" y="1289304"/>
            <a:ext cx="3090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Unified abstraction for VMs &amp; Containers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1481328"/>
            <a:ext cx="3291840" cy="365760"/>
          </a:xfrm>
          <a:prstGeom prst="rect">
            <a:avLst/>
          </a:prstGeom>
          <a:solidFill>
            <a:srgbClr val="F0F7FF"/>
          </a:solidFill>
          <a:ln w="12700">
            <a:solidFill>
              <a:srgbClr val="A5D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577840" y="1481328"/>
            <a:ext cx="45720" cy="3657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96712" y="1517904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HostEntity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96712" y="1691640"/>
            <a:ext cx="3090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Physical host abstraction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1883664"/>
            <a:ext cx="3291840" cy="365760"/>
          </a:xfrm>
          <a:prstGeom prst="rect">
            <a:avLst/>
          </a:prstGeom>
          <a:solidFill>
            <a:srgbClr val="F0F7FF"/>
          </a:solidFill>
          <a:ln w="12700">
            <a:solidFill>
              <a:srgbClr val="A5D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577840" y="1883664"/>
            <a:ext cx="45720" cy="3657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96712" y="192024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GuestScheduler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96712" y="2093976"/>
            <a:ext cx="3090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Replaces VmScheduler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77840" y="2286000"/>
            <a:ext cx="3291840" cy="365760"/>
          </a:xfrm>
          <a:prstGeom prst="rect">
            <a:avLst/>
          </a:prstGeom>
          <a:solidFill>
            <a:srgbClr val="F0F7FF"/>
          </a:solidFill>
          <a:ln w="12700">
            <a:solidFill>
              <a:srgbClr val="A5D6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577840" y="2286000"/>
            <a:ext cx="45720" cy="3657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696712" y="2322576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SelectionPolicy&lt;T&gt;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96712" y="2496312"/>
            <a:ext cx="3090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Generic placement &amp; migration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26334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How GuestEntity Unifies Everything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2971800"/>
            <a:ext cx="841248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474720" y="3090672"/>
            <a:ext cx="219456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7472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«interface» GuestEntity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5840" y="3931920"/>
            <a:ext cx="15087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005840" y="39319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508760" y="35478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5FF"/>
                </a:solidFill>
              </a:rPr>
              <a:t>↑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43200" y="3931920"/>
            <a:ext cx="1508760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743200" y="39319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Container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46120" y="35478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5FF"/>
                </a:solidFill>
              </a:rPr>
              <a:t>↑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480560" y="3931920"/>
            <a:ext cx="150876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480560" y="39319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ContainerVm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83480" y="35478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5FF"/>
                </a:solidFill>
              </a:rPr>
              <a:t>↑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3931920"/>
            <a:ext cx="150876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217920" y="39319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 Guest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20840" y="35478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5FF"/>
                </a:solidFill>
              </a:rPr>
              <a:t>↑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</a:rPr>
              <a:t>All guest types share one interface → one scheduler, one selection policy, one simulation engine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FEATURE: NESTED VIRTUALIZATION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5486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1B2A"/>
                </a:solidFill>
              </a:rPr>
              <a:t>CloudSim 7G is the first CloudSim version to model nested virtualization — a critical requirement for real-world IaaS.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01168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46304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VM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2679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VMs within VMs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201168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3090672"/>
            <a:ext cx="18653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</a:rPr>
              <a:t>Hypervisor-level nesting. Models Type-1 hypervisors running guest hypervisors — used in cloud provider internal testing environments.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234440"/>
            <a:ext cx="2011680" cy="1371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68880" y="1298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1664208"/>
            <a:ext cx="146304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0" y="16642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Container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2679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Containers within VMs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017520"/>
            <a:ext cx="201168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42032" y="3090672"/>
            <a:ext cx="18653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</a:rPr>
              <a:t>Most common IaaS pattern. A VM acts as a container host (e.g., Docker on EC2). Overhead of the VM wrapper is now measurable.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234440"/>
            <a:ext cx="2011680" cy="13716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63440" y="1298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Container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664208"/>
            <a:ext cx="146304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37760" y="16642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VM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2679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VMs within Containers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201168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36592" y="3090672"/>
            <a:ext cx="18653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</a:rPr>
              <a:t>Emerging kata-containers pattern. Each container actually isolates a micro-VM. Useful for security-sensitive multi-tenant workloads.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1234440"/>
            <a:ext cx="2011680" cy="1371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58000" y="1298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Container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0" y="1664208"/>
            <a:ext cx="146304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132320" y="16642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Container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2679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Containers within Containers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3017520"/>
            <a:ext cx="201168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931152" y="3090672"/>
            <a:ext cx="18653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</a:rPr>
              <a:t>DinD (Docker-in-Docker). Used in CI/CD pipelines. Previously impossible to simulate accurately in any CloudSim version.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" y="4361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</a:rPr>
              <a:t>New Parameter: VirtualizationOverhead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77640" y="436168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A configurable CPU overhead (%) that each nesting level imposes on its guest — enabling realistic IaaS performance simulation for the first 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5486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7955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CloudSim 7G vs 6G: Memory (MB) at Scale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303520" cy="2103120"/>
          </a:xfrm>
          <a:prstGeom prst="rect">
            <a:avLst/>
          </a:prstGeom>
          <a:solidFill>
            <a:srgbClr val="F8FBFF"/>
          </a:solidFill>
          <a:ln w="12700">
            <a:solidFill>
              <a:srgbClr val="D0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5303520" cy="4572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-182880" y="3136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720340"/>
            <a:ext cx="5303520" cy="4572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-182880" y="26106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1350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5303520" cy="4572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-182880" y="20848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2700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668780"/>
            <a:ext cx="5303520" cy="4572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-182880" y="15590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4050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1143000"/>
            <a:ext cx="5303520" cy="4572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-182880" y="103327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5400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2960" y="2915073"/>
            <a:ext cx="502920" cy="331047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2713905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565C0"/>
                </a:solidFill>
              </a:rPr>
              <a:t>850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17320" y="3004651"/>
            <a:ext cx="502920" cy="241469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417320" y="2803483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97A7"/>
                </a:solidFill>
              </a:rPr>
              <a:t>620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3317410"/>
            <a:ext cx="13252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Small(100 VMs)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2428240"/>
            <a:ext cx="502920" cy="817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377440" y="222707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565C0"/>
                </a:solidFill>
              </a:rPr>
              <a:t>2100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71800" y="2630763"/>
            <a:ext cx="502920" cy="615357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971800" y="2429595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97A7"/>
                </a:solidFill>
              </a:rPr>
              <a:t>1580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30483" y="3349413"/>
            <a:ext cx="1554480" cy="88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>
              <a:solidFill>
                <a:srgbClr val="0D1B2A"/>
              </a:solidFill>
            </a:endParaRPr>
          </a:p>
          <a:p>
            <a:pPr marL="0" indent="0" algn="ctr">
              <a:buNone/>
            </a:pPr>
            <a:endParaRPr lang="en-US" sz="900" dirty="0">
              <a:solidFill>
                <a:srgbClr val="0D1B2A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                Medium(500 VMs)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0" y="1143000"/>
            <a:ext cx="502920" cy="2103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931920" y="94183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565C0"/>
                </a:solidFill>
              </a:rPr>
              <a:t>5400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26280" y="1668780"/>
            <a:ext cx="502920" cy="15773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26280" y="146761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97A7"/>
                </a:solidFill>
              </a:rPr>
              <a:t>4050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0480" y="330098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Large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(2000 VMs)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" y="3401568"/>
            <a:ext cx="228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005840" y="3215908"/>
            <a:ext cx="1280160" cy="383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CloudSim 6G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14600" y="3406140"/>
            <a:ext cx="228600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697480" y="32872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CloudSim 7G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795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Key Performance Gains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52160" y="1170432"/>
            <a:ext cx="14173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852160" y="122529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852160" y="16642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Less heap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memory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06640" y="1170432"/>
            <a:ext cx="14173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406640" y="122529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406640" y="16642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Runtime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saved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52160" y="2176272"/>
            <a:ext cx="14173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852160" y="223113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13K+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852160" y="26700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Lines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code removed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06640" y="2176272"/>
            <a:ext cx="14173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406640" y="223113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406640" y="26700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Extension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migration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3703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Code Optimizations: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92608" y="4114800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75488" y="40233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LinkedList: 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463040" y="4023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CPU history tracking (was ArrayList — O(n) insertions)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81728" y="4114800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64608" y="40233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Primitive types: 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52160" y="4023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int/double instead of Integer/Double — reduced GC pressure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92608" y="4617720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75488" y="45262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Cached MIPS: 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463040" y="4526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Repeated host MIPS calculations now computed once and cached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81728" y="4617720"/>
            <a:ext cx="137160" cy="1371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64608" y="45262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Removed classes: 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852160" y="4526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Redundant ContainerCloudSim &amp; PowerDatacenter replaced by unified base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MULTI-MODULE SIMULATION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5486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1B2A"/>
                </a:solidFill>
              </a:rPr>
              <a:t>CloudSim 7G enables hybrid scenarios previously impossible — VMs, containers, power policies and networking all in one run.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1600200" cy="74980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Physical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1234440"/>
            <a:ext cx="1600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57400" y="1234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Virtual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Machines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1234440"/>
            <a:ext cx="1600200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94760" y="1234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Containers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1234440"/>
            <a:ext cx="1600200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32120" y="1234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Cloudlets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(Workloads)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1234440"/>
            <a:ext cx="160020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69480" y="1234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Network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141732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141732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141732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141732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2148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Before CloudSim 7G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148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With CloudSim 7G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496312"/>
            <a:ext cx="4023360" cy="246888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496312"/>
            <a:ext cx="4023360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2587752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258775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Separate simulation runs for VM-based and container-based workloads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15468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1546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Power-aware scheduling and network topology required different tools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721608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372160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No way to measure virtualization overhead of running containers in VMs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288536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428853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Merging extension code took days of manual refactoring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2587752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258775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VMs and containers simulate together in a single unified run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15468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66360" y="31546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Power + network policies applied simultaneously to any GuestEntity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3721608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66360" y="372160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VirtualizationOverhead parameter quantifies nesting CPU cost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4288536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66360" y="428853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New modules conform to interfaces — integrated in 10–15 minutes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DIRECTIONS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1115568"/>
          </a:xfrm>
          <a:prstGeom prst="rect">
            <a:avLst/>
          </a:prstGeom>
          <a:solidFill>
            <a:srgbClr val="0A2540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9418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914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</a:rPr>
              <a:t>Standardized Java Interfaces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19786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GuestEntity, HostEntity, SelectionPolicy&lt;T&gt; — all CloudSim extension types now speak the same language and share one simulation engine.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115568"/>
          </a:xfrm>
          <a:prstGeom prst="rect">
            <a:avLst/>
          </a:prstGeom>
          <a:solidFill>
            <a:srgbClr val="0A2540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9418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914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</a:rPr>
              <a:t>Unified Base Layer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49240" y="119786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13,000+ lines removed. NetworkCloudSim, ContainerCloudSim, power module merged — no more redundant or conflicting code paths.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4160520" cy="1115568"/>
          </a:xfrm>
          <a:prstGeom prst="rect">
            <a:avLst/>
          </a:prstGeom>
          <a:solidFill>
            <a:srgbClr val="0A2540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148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</a:rPr>
              <a:t>Nested Virtualization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24323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VM-in-VM, Container-in-VM, and all combinations supported. VirtualizationOverhead adds realistic CPU tax modelling.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011680"/>
            <a:ext cx="4160520" cy="1115568"/>
          </a:xfrm>
          <a:prstGeom prst="rect">
            <a:avLst/>
          </a:prstGeom>
          <a:solidFill>
            <a:srgbClr val="0A2540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217627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148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</a:rPr>
              <a:t>Proven Performance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49240" y="24323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~25% less heap memory; 4–10s faster at large scale; fully backward-compatible — migrate existing extensions in 10–15 minutes.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291840"/>
            <a:ext cx="8503920" cy="1234440"/>
          </a:xfrm>
          <a:prstGeom prst="rect">
            <a:avLst/>
          </a:prstGeom>
          <a:solidFill>
            <a:srgbClr val="0A254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334670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</a:rPr>
              <a:t>Future Research Directions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739896"/>
            <a:ext cx="164592" cy="16459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3685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Fog &amp; Edge: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18488" y="3685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Dedicated fog node and edge server modules integrated with 7G base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739896"/>
            <a:ext cx="164592" cy="16459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83480" y="3685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Serverless / FaaS: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70448" y="3685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Function-as-a-Service scheduling and cold-start simulation support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151376"/>
            <a:ext cx="164592" cy="16459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31520" y="40965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AI-Driven Policies: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18488" y="4096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ML-based resource management as plug-in GuestScheduler modules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151376"/>
            <a:ext cx="164592" cy="16459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83480" y="40965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Traces: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70448" y="4096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Trace-driven workload simulation using Google Cluster and Azure datasets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0A4AE"/>
                </a:solidFill>
              </a:rPr>
              <a:t>Thank You 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1373</Words>
  <Application>Microsoft Office PowerPoint</Application>
  <PresentationFormat>On-screen Show (16:9)</PresentationFormat>
  <Paragraphs>264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CloudSim 7G</dc:title>
  <dc:subject>PptxGenJS Presentation</dc:subject>
  <dc:creator>PptxGenJS</dc:creator>
  <cp:lastModifiedBy>Nihar Thopur</cp:lastModifiedBy>
  <cp:revision>2</cp:revision>
  <dcterms:created xsi:type="dcterms:W3CDTF">2026-03-22T11:22:45Z</dcterms:created>
  <dcterms:modified xsi:type="dcterms:W3CDTF">2026-03-22T11:38:52Z</dcterms:modified>
</cp:coreProperties>
</file>